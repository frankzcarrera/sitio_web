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3" r:id="rId10"/>
    <p:sldId id="264" r:id="rId11"/>
    <p:sldId id="265" r:id="rId12"/>
    <p:sldId id="260" r:id="rId13"/>
    <p:sldId id="266" r:id="rId1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A776E-B813-1577-1F7E-B7A6694BA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C82132-5447-8AFD-D75E-936B667ED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915F4-35BD-5F5A-92EF-3A9CE9C5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9B5241-D4CD-D182-2B20-2CEB919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CF291-C3C0-1C73-7266-75A9DA4B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20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EB146-AD51-A3C0-CC0C-13E7EFC8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37BC8-4CF4-BD27-6AF3-779147AD7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6543D7-E296-14E4-6267-73C7F278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CC6462-EED0-27A9-2AA4-477FFCC4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5AF796-E28E-805C-9F21-EA24F304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7123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E015B-3B52-B22E-8A30-9A5021B5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AC03B8-06EC-97FC-5969-B320F532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D4E88E-CAD1-B407-A528-4176E823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CDF5B1-1E91-FBE6-46E9-755D112E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0D02B-8900-A662-D467-CB92BE0C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2186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78A7C-7CBC-7660-7A52-3B6E4AAC8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D4D431-6A64-5242-69DC-B8417A4E1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D58ADE-B8E3-FD47-987F-ECAD9D51D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939B95-9D8E-E5B6-5A33-325A5C3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20C033-0C38-750B-DC7C-F756475A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57E6BB-89D2-761F-62FF-7D2BF543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145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43874-B550-F8FB-8B7D-34FA354C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5617DD-2A23-360E-CF0F-4AF57CB04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F5EC62-7677-9A50-2414-8CC272612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2FBBB8-772E-4CC2-71E5-DB32ED0D7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B81923-2229-F07F-4529-087226503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4B8CCA-BE64-1C14-C5C0-5877BE5F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D06E2D-E238-CA44-911C-B011C926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683E17-926F-CE91-C224-0F904A00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309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40F7-FBBF-19B5-3CA3-35654DE9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EF76F6-7E36-C24E-ACCB-17428C83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B3CC97-B05B-FB10-A947-3E7B6B55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07E110-87BB-1A58-10B7-610D2D96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8452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ECFEC5-BC3E-D6EA-F54D-9CD76C85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95228D-1EE3-D028-B0F1-1693B2F57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0519BB-08FC-DA54-6A1D-592B13C9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9081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73AE6-9EA7-503B-993E-56A680D8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1E89AC-92EE-FEF4-984F-883ECD031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B7E89A-7E1D-3561-B625-EB93BCC02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CFA11B-0608-E6C9-4082-A269AE9D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E97E6F-F9EC-B531-E12B-FDFC9090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73633E-A052-75A8-99C3-914F0096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7876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3D756-133F-035F-2069-B4FE209FC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CACA58D-88B6-2B05-9A9A-9FD9A4C2F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6F96A4-2929-BEBB-0854-CF59E6F66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750784-FC90-2B96-C49E-8A6FA2E9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F0AB13-F07A-1050-482D-41880654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D3F47D-CE66-A258-4CAF-406AC59C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439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8D7DC-F441-EB01-8AD2-C420F982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E0A3E6-0989-E280-DAC1-23B500679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467E3B-0A38-C905-899B-5E814745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382882-7AF7-70C5-4F97-F427FF16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CD80AD-41B8-3E79-5D32-CFA8490D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3659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6E0209-1C74-3E52-CCD9-54A3F4F61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5AEA60-275B-2899-E606-0F8A18576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927DF-3ECD-9EC9-A74A-ECC17A73E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22C337-91F6-F6B6-649D-D269F937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4313BB-5523-073E-AA01-C6DAF826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6878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4060C3-8752-3F38-A017-E2E97F54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A02067-4609-0BEF-01BD-0D0D16880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EA7842-EAF1-85E2-2F68-24C9581AA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DB257-8721-40C1-9569-C37D16C22B38}" type="datetimeFigureOut">
              <a:rPr lang="es-EC" smtClean="0"/>
              <a:t>28/1/2026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419922-07BB-6C64-A54E-72ABDBFB1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AB8234-26EF-4B2F-B07B-5F6887835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2348F-8138-4B40-BF5A-01D2E040938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7431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25D6A0-E956-2948-C8E0-7D8C7C9EB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MX" sz="4000">
                <a:solidFill>
                  <a:schemeClr val="tx2"/>
                </a:solidFill>
              </a:rPr>
              <a:t>Uso de GitHub</a:t>
            </a:r>
            <a:endParaRPr lang="es-EC" sz="400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A92D1E-839F-9D70-3741-1EEBD3719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s-MX" sz="2000">
                <a:solidFill>
                  <a:schemeClr val="tx2"/>
                </a:solidFill>
              </a:rPr>
              <a:t>Ing. Frankz Carrera Calderón</a:t>
            </a:r>
          </a:p>
          <a:p>
            <a:pPr algn="l"/>
            <a:r>
              <a:rPr lang="es-MX" sz="2000">
                <a:solidFill>
                  <a:schemeClr val="tx2"/>
                </a:solidFill>
              </a:rPr>
              <a:t>2026</a:t>
            </a:r>
            <a:endParaRPr lang="es-EC" sz="2000">
              <a:solidFill>
                <a:schemeClr val="tx2"/>
              </a:solidFill>
            </a:endParaRPr>
          </a:p>
        </p:txBody>
      </p:sp>
      <p:pic>
        <p:nvPicPr>
          <p:cNvPr id="7" name="Graphic 6" descr="Thumbs Up Sign">
            <a:extLst>
              <a:ext uri="{FF2B5EF4-FFF2-40B4-BE49-F238E27FC236}">
                <a16:creationId xmlns:a16="http://schemas.microsoft.com/office/drawing/2014/main" id="{3D8839D7-4841-984C-F56A-133F0C457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328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F0528EA-44A3-0550-24E5-65C3B9DD022B}"/>
              </a:ext>
            </a:extLst>
          </p:cNvPr>
          <p:cNvSpPr txBox="1"/>
          <p:nvPr/>
        </p:nvSpPr>
        <p:spPr>
          <a:xfrm>
            <a:off x="576498" y="1090534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chemeClr val="accent1"/>
                </a:solidFill>
              </a:rPr>
              <a:t>GitHub es una </a:t>
            </a:r>
            <a:r>
              <a:rPr lang="es-MX" sz="2400" b="1" dirty="0">
                <a:solidFill>
                  <a:schemeClr val="accent1"/>
                </a:solidFill>
              </a:rPr>
              <a:t>plataforma en línea</a:t>
            </a:r>
            <a:r>
              <a:rPr lang="es-MX" sz="2400" dirty="0">
                <a:solidFill>
                  <a:schemeClr val="accent1"/>
                </a:solidFill>
              </a:rPr>
              <a:t> que sirve para </a:t>
            </a:r>
            <a:r>
              <a:rPr lang="es-MX" sz="2400" b="1" dirty="0">
                <a:solidFill>
                  <a:schemeClr val="accent1"/>
                </a:solidFill>
              </a:rPr>
              <a:t>guardar, organizar y colaborar en proyectos de software</a:t>
            </a:r>
            <a:r>
              <a:rPr lang="es-MX" sz="2400" dirty="0">
                <a:solidFill>
                  <a:schemeClr val="accent1"/>
                </a:solidFill>
              </a:rPr>
              <a:t>, especialmente aquellos que usan </a:t>
            </a:r>
            <a:r>
              <a:rPr lang="es-MX" sz="2400" b="1" dirty="0">
                <a:solidFill>
                  <a:schemeClr val="accent1"/>
                </a:solidFill>
              </a:rPr>
              <a:t>código fuente</a:t>
            </a:r>
            <a:r>
              <a:rPr lang="es-MX" sz="2400" dirty="0">
                <a:solidFill>
                  <a:schemeClr val="accent1"/>
                </a:solidFill>
              </a:rPr>
              <a:t>.</a:t>
            </a:r>
            <a:endParaRPr lang="es-EC" sz="2400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113003-279F-BB2F-6CA2-50202A6CBDFC}"/>
              </a:ext>
            </a:extLst>
          </p:cNvPr>
          <p:cNvSpPr txBox="1"/>
          <p:nvPr/>
        </p:nvSpPr>
        <p:spPr>
          <a:xfrm>
            <a:off x="5032949" y="3923917"/>
            <a:ext cx="70716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GitHub es un sitio web donde programadores y equipos pueden: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Subir su código</a:t>
            </a:r>
            <a:endParaRPr lang="es-MX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Trabajar en conjunto con otras personas</a:t>
            </a:r>
            <a:endParaRPr lang="es-MX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Controlar versiones</a:t>
            </a:r>
            <a:r>
              <a:rPr lang="es-MX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(ver cambios anteriores)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Compartir proyectos públicamente o en privado</a:t>
            </a:r>
            <a:endParaRPr lang="es-MX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UBC GitHub Instructor Guide | Learning Technology Hub">
            <a:extLst>
              <a:ext uri="{FF2B5EF4-FFF2-40B4-BE49-F238E27FC236}">
                <a16:creationId xmlns:a16="http://schemas.microsoft.com/office/drawing/2014/main" id="{0FE7190A-D16F-F69F-3E71-0E2A06298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866" y="118984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é es GitHub y por qué puede salvarte en tu trabajo">
            <a:extLst>
              <a:ext uri="{FF2B5EF4-FFF2-40B4-BE49-F238E27FC236}">
                <a16:creationId xmlns:a16="http://schemas.microsoft.com/office/drawing/2014/main" id="{8FBBE8C1-81BF-B891-742D-33495C0A4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96" y="3620359"/>
            <a:ext cx="3445076" cy="214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338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F7EC24-4EA2-C171-7C8A-C695358F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Relación Git y GitHub</a:t>
            </a:r>
          </a:p>
        </p:txBody>
      </p:sp>
      <p:pic>
        <p:nvPicPr>
          <p:cNvPr id="2050" name="Picture 2" descr="Unlocking the Power of GitHub: A Comprehensive Guide for Developers and  Teams">
            <a:extLst>
              <a:ext uri="{FF2B5EF4-FFF2-40B4-BE49-F238E27FC236}">
                <a16:creationId xmlns:a16="http://schemas.microsoft.com/office/drawing/2014/main" id="{BF02C82B-C39B-DC8D-2A1F-AA3045469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6" b="5095"/>
          <a:stretch>
            <a:fillRect/>
          </a:stretch>
        </p:blipFill>
        <p:spPr bwMode="auto">
          <a:xfrm>
            <a:off x="20" y="10"/>
            <a:ext cx="12191980" cy="399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46FA66-00BB-3623-876A-EE1D99DEE4FD}"/>
              </a:ext>
            </a:extLst>
          </p:cNvPr>
          <p:cNvSpPr txBox="1"/>
          <p:nvPr/>
        </p:nvSpPr>
        <p:spPr>
          <a:xfrm>
            <a:off x="5295826" y="4495466"/>
            <a:ext cx="6061022" cy="153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GitHub funciona sobre </a:t>
            </a:r>
            <a:r>
              <a:rPr lang="en-US" sz="1500" b="1"/>
              <a:t>Git</a:t>
            </a:r>
            <a:r>
              <a:rPr lang="en-US" sz="1500"/>
              <a:t>, que es un sistema de control de versiones.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Git</a:t>
            </a:r>
            <a:r>
              <a:rPr lang="en-US" sz="1500"/>
              <a:t> = herramienta que registra cambios en archivos de un proyecto.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GitHub</a:t>
            </a:r>
            <a:r>
              <a:rPr lang="en-US" sz="1500"/>
              <a:t> = plataforma que aloja esos proyectos y facilita el trabajo en equipo.</a:t>
            </a:r>
          </a:p>
        </p:txBody>
      </p:sp>
    </p:spTree>
    <p:extLst>
      <p:ext uri="{BB962C8B-B14F-4D97-AF65-F5344CB8AC3E}">
        <p14:creationId xmlns:p14="http://schemas.microsoft.com/office/powerpoint/2010/main" val="287583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2" name="Rectangle 308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7F2063E-6812-B0EA-6AD1-4D243C3995EC}"/>
              </a:ext>
            </a:extLst>
          </p:cNvPr>
          <p:cNvSpPr/>
          <p:nvPr/>
        </p:nvSpPr>
        <p:spPr>
          <a:xfrm>
            <a:off x="630936" y="640823"/>
            <a:ext cx="3419856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0" kern="1200" cap="none" spc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¿Para qué se usa GITHUB?</a:t>
            </a:r>
          </a:p>
        </p:txBody>
      </p:sp>
      <p:sp>
        <p:nvSpPr>
          <p:cNvPr id="309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How I made my Github profile stand out ! | Medium">
            <a:extLst>
              <a:ext uri="{FF2B5EF4-FFF2-40B4-BE49-F238E27FC236}">
                <a16:creationId xmlns:a16="http://schemas.microsoft.com/office/drawing/2014/main" id="{A096B5EC-2EB3-C6FC-FABF-C2825AF09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650815"/>
            <a:ext cx="6894576" cy="277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CA8A05A-4431-9953-84C3-71C0D6A0F14B}"/>
              </a:ext>
            </a:extLst>
          </p:cNvPr>
          <p:cNvSpPr txBox="1"/>
          <p:nvPr/>
        </p:nvSpPr>
        <p:spPr>
          <a:xfrm>
            <a:off x="4693922" y="3892684"/>
            <a:ext cx="6894576" cy="25016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GitHub se </a:t>
            </a:r>
            <a:r>
              <a:rPr lang="en-US" sz="2000" b="1" dirty="0" err="1"/>
              <a:t>usa</a:t>
            </a:r>
            <a:r>
              <a:rPr lang="en-US" sz="2000" b="1" dirty="0"/>
              <a:t> </a:t>
            </a:r>
            <a:r>
              <a:rPr lang="en-US" sz="2000" b="1" dirty="0" err="1"/>
              <a:t>principalmente</a:t>
            </a:r>
            <a:r>
              <a:rPr lang="en-US" sz="2000" b="1" dirty="0"/>
              <a:t> para: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Crear y </a:t>
            </a:r>
            <a:r>
              <a:rPr lang="en-US" sz="2000" b="1" dirty="0" err="1"/>
              <a:t>mantener</a:t>
            </a:r>
            <a:r>
              <a:rPr lang="en-US" sz="2000" b="1" dirty="0"/>
              <a:t> </a:t>
            </a:r>
            <a:r>
              <a:rPr lang="en-US" sz="2000" b="1" dirty="0" err="1"/>
              <a:t>proyectos</a:t>
            </a:r>
            <a:r>
              <a:rPr lang="en-US" sz="2000" b="1" dirty="0"/>
              <a:t> de </a:t>
            </a:r>
            <a:r>
              <a:rPr lang="en-US" sz="2000" b="1" dirty="0" err="1"/>
              <a:t>programación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Guardar</a:t>
            </a:r>
            <a:r>
              <a:rPr lang="en-US" sz="2000" b="1" dirty="0"/>
              <a:t> </a:t>
            </a:r>
            <a:r>
              <a:rPr lang="en-US" sz="2000" b="1" dirty="0" err="1"/>
              <a:t>respaldos</a:t>
            </a:r>
            <a:r>
              <a:rPr lang="en-US" sz="2000" b="1" dirty="0"/>
              <a:t> del </a:t>
            </a:r>
            <a:r>
              <a:rPr lang="en-US" sz="2000" b="1" dirty="0" err="1"/>
              <a:t>código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Colaborar</a:t>
            </a:r>
            <a:r>
              <a:rPr lang="en-US" sz="2000" b="1" dirty="0"/>
              <a:t> entre </a:t>
            </a:r>
            <a:r>
              <a:rPr lang="en-US" sz="2000" b="1" dirty="0" err="1"/>
              <a:t>estudiantes</a:t>
            </a:r>
            <a:r>
              <a:rPr lang="en-US" sz="2000" b="1" dirty="0"/>
              <a:t>, </a:t>
            </a:r>
            <a:r>
              <a:rPr lang="en-US" sz="2000" b="1" dirty="0" err="1"/>
              <a:t>empresas</a:t>
            </a:r>
            <a:r>
              <a:rPr lang="en-US" sz="2000" b="1" dirty="0"/>
              <a:t> o </a:t>
            </a:r>
            <a:r>
              <a:rPr lang="en-US" sz="2000" b="1" dirty="0" err="1"/>
              <a:t>desarrolladores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Revisar</a:t>
            </a:r>
            <a:r>
              <a:rPr lang="en-US" sz="2000" b="1" dirty="0"/>
              <a:t> </a:t>
            </a:r>
            <a:r>
              <a:rPr lang="en-US" sz="2000" b="1" dirty="0" err="1"/>
              <a:t>errores</a:t>
            </a:r>
            <a:r>
              <a:rPr lang="en-US" sz="2000" b="1" dirty="0"/>
              <a:t> y </a:t>
            </a:r>
            <a:r>
              <a:rPr lang="en-US" sz="2000" b="1" dirty="0" err="1"/>
              <a:t>mejoras</a:t>
            </a:r>
            <a:r>
              <a:rPr lang="en-US" sz="2000" b="1" dirty="0"/>
              <a:t> (issues)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Gestionar</a:t>
            </a:r>
            <a:r>
              <a:rPr lang="en-US" sz="2000" b="1" dirty="0"/>
              <a:t> </a:t>
            </a:r>
            <a:r>
              <a:rPr lang="en-US" sz="2000" b="1" dirty="0" err="1"/>
              <a:t>tareas</a:t>
            </a:r>
            <a:r>
              <a:rPr lang="en-US" sz="2000" b="1" dirty="0"/>
              <a:t> y </a:t>
            </a:r>
            <a:r>
              <a:rPr lang="en-US" sz="2000" b="1" dirty="0" err="1"/>
              <a:t>versiones</a:t>
            </a:r>
            <a:r>
              <a:rPr lang="en-US" sz="2000" b="1" dirty="0"/>
              <a:t> de software</a:t>
            </a:r>
          </a:p>
        </p:txBody>
      </p:sp>
    </p:spTree>
    <p:extLst>
      <p:ext uri="{BB962C8B-B14F-4D97-AF65-F5344CB8AC3E}">
        <p14:creationId xmlns:p14="http://schemas.microsoft.com/office/powerpoint/2010/main" val="341848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2367C-C6E7-1946-7744-954FB6BB5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D4D72-9620-212A-8A45-72A61228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8338" y="41771"/>
            <a:ext cx="10515600" cy="722728"/>
          </a:xfrm>
        </p:spPr>
        <p:txBody>
          <a:bodyPr/>
          <a:lstStyle/>
          <a:p>
            <a:r>
              <a:rPr lang="es-MX" dirty="0"/>
              <a:t>Pasos de uso</a:t>
            </a:r>
            <a:endParaRPr lang="es-EC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1ED2E6-E22A-A2C9-6056-D2873D91AC8A}"/>
              </a:ext>
            </a:extLst>
          </p:cNvPr>
          <p:cNvSpPr txBox="1"/>
          <p:nvPr/>
        </p:nvSpPr>
        <p:spPr>
          <a:xfrm>
            <a:off x="1178507" y="719529"/>
            <a:ext cx="6093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Crear una cuenta en GitHub</a:t>
            </a:r>
          </a:p>
          <a:p>
            <a:pPr>
              <a:buFont typeface="+mj-lt"/>
              <a:buAutoNum type="arabicPeriod"/>
            </a:pPr>
            <a:r>
              <a:rPr lang="es-MX" dirty="0"/>
              <a:t>Entra a: </a:t>
            </a:r>
            <a:r>
              <a:rPr lang="es-MX" b="1" dirty="0"/>
              <a:t>github.com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dirty="0"/>
              <a:t>Clic en </a:t>
            </a:r>
            <a:r>
              <a:rPr lang="es-MX" b="1" dirty="0" err="1"/>
              <a:t>Sign</a:t>
            </a:r>
            <a:r>
              <a:rPr lang="es-MX" b="1" dirty="0"/>
              <a:t> up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dirty="0"/>
              <a:t>Regístrate con correo y contraseña</a:t>
            </a:r>
          </a:p>
          <a:p>
            <a:pPr>
              <a:buFont typeface="+mj-lt"/>
              <a:buAutoNum type="arabicPeriod"/>
            </a:pPr>
            <a:r>
              <a:rPr lang="es-MX" dirty="0"/>
              <a:t>Confirma tu cuenta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4BA60B5-C2C0-FEE3-AE03-1F4A034F4A24}"/>
              </a:ext>
            </a:extLst>
          </p:cNvPr>
          <p:cNvSpPr/>
          <p:nvPr/>
        </p:nvSpPr>
        <p:spPr>
          <a:xfrm>
            <a:off x="216159" y="424195"/>
            <a:ext cx="84189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</a:p>
        </p:txBody>
      </p:sp>
      <p:pic>
        <p:nvPicPr>
          <p:cNvPr id="4" name="Imagen 3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E5A9EF4F-4CA9-8A08-0892-3C0472553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054"/>
            <a:ext cx="12192000" cy="464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8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353C8620-403A-5E2B-C0B1-4679779C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5" y="775917"/>
            <a:ext cx="10850489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57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61DFCAC0-F679-B3FF-EC31-54F6337E1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220" y="643468"/>
            <a:ext cx="39148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28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45F3B-C506-7DE5-483D-72AF5104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ED2EF0-E3D5-7C7C-44F3-6B5EAAE18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11086AB6-A455-6FE1-5602-46A033DD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8265"/>
            <a:ext cx="12192000" cy="532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D11D078-4CE2-20B2-4431-31F684C5157A}"/>
              </a:ext>
            </a:extLst>
          </p:cNvPr>
          <p:cNvSpPr txBox="1"/>
          <p:nvPr/>
        </p:nvSpPr>
        <p:spPr>
          <a:xfrm>
            <a:off x="282316" y="1720840"/>
            <a:ext cx="6093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Crear un repositorio (carpeta de proyecto)</a:t>
            </a:r>
          </a:p>
          <a:p>
            <a:pPr>
              <a:buNone/>
            </a:pPr>
            <a:r>
              <a:rPr lang="es-MX" dirty="0"/>
              <a:t>Un repositorio es como una carpeta en la nube para tu código.</a:t>
            </a:r>
          </a:p>
          <a:p>
            <a:pPr>
              <a:buNone/>
            </a:pPr>
            <a:r>
              <a:rPr lang="es-MX" b="1" dirty="0"/>
              <a:t>Pasos:</a:t>
            </a:r>
          </a:p>
          <a:p>
            <a:pPr>
              <a:buFont typeface="+mj-lt"/>
              <a:buAutoNum type="arabicPeriod"/>
            </a:pPr>
            <a:r>
              <a:rPr lang="es-MX" dirty="0"/>
              <a:t>En GitHub, clic en el botón </a:t>
            </a:r>
            <a:r>
              <a:rPr lang="es-MX" b="1" dirty="0"/>
              <a:t>+</a:t>
            </a:r>
            <a:r>
              <a:rPr lang="es-MX" dirty="0"/>
              <a:t> (arriba derecha)</a:t>
            </a:r>
          </a:p>
          <a:p>
            <a:pPr>
              <a:buFont typeface="+mj-lt"/>
              <a:buAutoNum type="arabicPeriod"/>
            </a:pPr>
            <a:r>
              <a:rPr lang="es-MX" dirty="0"/>
              <a:t>Selecciona </a:t>
            </a:r>
            <a:r>
              <a:rPr lang="es-MX" b="1" dirty="0"/>
              <a:t>New </a:t>
            </a:r>
            <a:r>
              <a:rPr lang="es-MX" b="1" dirty="0" err="1"/>
              <a:t>repository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dirty="0"/>
              <a:t>Completa: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Repository</a:t>
            </a:r>
            <a:r>
              <a:rPr lang="es-MX" dirty="0"/>
              <a:t> </a:t>
            </a:r>
            <a:r>
              <a:rPr lang="es-MX" dirty="0" err="1"/>
              <a:t>name</a:t>
            </a:r>
            <a:r>
              <a:rPr lang="es-MX" dirty="0"/>
              <a:t>: </a:t>
            </a:r>
            <a:r>
              <a:rPr lang="es-MX" dirty="0">
                <a:latin typeface="Courier New" panose="02070309020205020404" pitchFamily="49" charset="0"/>
              </a:rPr>
              <a:t>mi-proyecto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Description</a:t>
            </a:r>
            <a:r>
              <a:rPr lang="es-MX" dirty="0"/>
              <a:t>: opcional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Public</a:t>
            </a:r>
            <a:r>
              <a:rPr lang="es-MX" dirty="0"/>
              <a:t> o </a:t>
            </a:r>
            <a:r>
              <a:rPr lang="es-MX" dirty="0" err="1"/>
              <a:t>Private</a:t>
            </a:r>
            <a:r>
              <a:rPr lang="es-MX" dirty="0"/>
              <a:t> (recomendado </a:t>
            </a:r>
            <a:r>
              <a:rPr lang="es-MX" dirty="0" err="1"/>
              <a:t>Private</a:t>
            </a:r>
            <a:r>
              <a:rPr lang="es-MX" dirty="0"/>
              <a:t> si es institucional)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Marca: </a:t>
            </a:r>
            <a:r>
              <a:rPr lang="es-MX" dirty="0" err="1"/>
              <a:t>Add</a:t>
            </a:r>
            <a:r>
              <a:rPr lang="es-MX" dirty="0"/>
              <a:t> README file</a:t>
            </a:r>
          </a:p>
          <a:p>
            <a:pPr>
              <a:buFont typeface="+mj-lt"/>
              <a:buAutoNum type="arabicPeriod" startAt="4"/>
            </a:pPr>
            <a:r>
              <a:rPr lang="es-MX" dirty="0"/>
              <a:t>Clic en </a:t>
            </a:r>
            <a:r>
              <a:rPr lang="es-MX" b="1" dirty="0" err="1"/>
              <a:t>Create</a:t>
            </a:r>
            <a:r>
              <a:rPr lang="es-MX" b="1" dirty="0"/>
              <a:t> </a:t>
            </a:r>
            <a:r>
              <a:rPr lang="es-MX" b="1" dirty="0" err="1"/>
              <a:t>repository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CC52BDE-CBED-48BD-F226-126156923EBE}"/>
              </a:ext>
            </a:extLst>
          </p:cNvPr>
          <p:cNvSpPr/>
          <p:nvPr/>
        </p:nvSpPr>
        <p:spPr>
          <a:xfrm>
            <a:off x="642129" y="-168639"/>
            <a:ext cx="84189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</a:t>
            </a:r>
          </a:p>
        </p:txBody>
      </p:sp>
      <p:pic>
        <p:nvPicPr>
          <p:cNvPr id="15" name="Imagen 1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5012E8B2-809A-BC3E-7AF9-D5266434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816" y="466311"/>
            <a:ext cx="5515745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84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724C4-96F3-6429-D72F-B344B547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46" y="224853"/>
            <a:ext cx="4886793" cy="2443396"/>
          </a:xfrm>
        </p:spPr>
        <p:txBody>
          <a:bodyPr>
            <a:normAutofit/>
          </a:bodyPr>
          <a:lstStyle/>
          <a:p>
            <a:r>
              <a:rPr lang="es-MX" sz="2400" b="1" dirty="0"/>
              <a:t>Subir archivos desde la web</a:t>
            </a:r>
            <a:br>
              <a:rPr lang="es-MX" sz="2400" b="1" dirty="0"/>
            </a:br>
            <a:r>
              <a:rPr lang="es-MX" sz="2400" dirty="0"/>
              <a:t>Si no quieres usar comandos todavía:</a:t>
            </a:r>
            <a:br>
              <a:rPr lang="es-MX" sz="2400" dirty="0"/>
            </a:br>
            <a:r>
              <a:rPr lang="es-MX" sz="2400" dirty="0"/>
              <a:t>Abre tu repositorio</a:t>
            </a:r>
            <a:br>
              <a:rPr lang="es-MX" sz="2400" dirty="0"/>
            </a:br>
            <a:r>
              <a:rPr lang="es-MX" sz="2400" dirty="0"/>
              <a:t>Clic en </a:t>
            </a:r>
            <a:r>
              <a:rPr lang="es-MX" sz="2400" b="1" dirty="0" err="1"/>
              <a:t>Add</a:t>
            </a:r>
            <a:r>
              <a:rPr lang="es-MX" sz="2400" b="1" dirty="0"/>
              <a:t> file → </a:t>
            </a:r>
            <a:r>
              <a:rPr lang="es-MX" sz="2400" b="1" dirty="0" err="1"/>
              <a:t>Upload</a:t>
            </a:r>
            <a:r>
              <a:rPr lang="es-MX" sz="2400" b="1" dirty="0"/>
              <a:t> files</a:t>
            </a:r>
            <a:br>
              <a:rPr lang="es-MX" sz="2400" dirty="0"/>
            </a:br>
            <a:r>
              <a:rPr lang="es-MX" sz="2400" dirty="0"/>
              <a:t>Arrastra tu carpeta o archivos</a:t>
            </a:r>
            <a:br>
              <a:rPr lang="es-MX" sz="2400" dirty="0"/>
            </a:br>
            <a:r>
              <a:rPr lang="es-MX" sz="2400" dirty="0"/>
              <a:t>Clic en </a:t>
            </a:r>
            <a:r>
              <a:rPr lang="es-MX" sz="2400" b="1" dirty="0" err="1"/>
              <a:t>Commit</a:t>
            </a:r>
            <a:r>
              <a:rPr lang="es-MX" sz="2400" b="1" dirty="0"/>
              <a:t> </a:t>
            </a:r>
            <a:r>
              <a:rPr lang="es-MX" sz="2400" b="1" dirty="0" err="1"/>
              <a:t>changes</a:t>
            </a:r>
            <a:br>
              <a:rPr lang="es-MX" sz="2400" dirty="0"/>
            </a:br>
            <a:endParaRPr lang="es-EC" sz="2400" dirty="0"/>
          </a:p>
        </p:txBody>
      </p:sp>
      <p:pic>
        <p:nvPicPr>
          <p:cNvPr id="5" name="Imagen 4" descr="Captura de pantalla de un videojuego&#10;&#10;El contenido generado por IA puede ser incorrecto.">
            <a:extLst>
              <a:ext uri="{FF2B5EF4-FFF2-40B4-BE49-F238E27FC236}">
                <a16:creationId xmlns:a16="http://schemas.microsoft.com/office/drawing/2014/main" id="{97D76D87-68A9-F37B-40E6-3508C275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345" y="2142961"/>
            <a:ext cx="7889031" cy="40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093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FEA1DBF9206484D98AAEC54658686FB" ma:contentTypeVersion="18" ma:contentTypeDescription="Crear nuevo documento." ma:contentTypeScope="" ma:versionID="2b4275d09d901e25551e5abc3e1c402b">
  <xsd:schema xmlns:xsd="http://www.w3.org/2001/XMLSchema" xmlns:xs="http://www.w3.org/2001/XMLSchema" xmlns:p="http://schemas.microsoft.com/office/2006/metadata/properties" xmlns:ns3="f183ea51-c121-40a8-86ad-ca49513dbcb4" xmlns:ns4="1c2bc14d-d54a-4c17-8fb6-a5c909dbdc63" targetNamespace="http://schemas.microsoft.com/office/2006/metadata/properties" ma:root="true" ma:fieldsID="76cc05862b1d58c82bd4e8cd5c6f8735" ns3:_="" ns4:_="">
    <xsd:import namespace="f183ea51-c121-40a8-86ad-ca49513dbcb4"/>
    <xsd:import namespace="1c2bc14d-d54a-4c17-8fb6-a5c909dbdc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3ea51-c121-40a8-86ad-ca49513dbc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2bc14d-d54a-4c17-8fb6-a5c909dbdc6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83ea51-c121-40a8-86ad-ca49513dbcb4" xsi:nil="true"/>
  </documentManagement>
</p:properties>
</file>

<file path=customXml/itemProps1.xml><?xml version="1.0" encoding="utf-8"?>
<ds:datastoreItem xmlns:ds="http://schemas.openxmlformats.org/officeDocument/2006/customXml" ds:itemID="{9BE3ADCE-4B45-4987-8CB4-7DA57BF19B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83ea51-c121-40a8-86ad-ca49513dbcb4"/>
    <ds:schemaRef ds:uri="1c2bc14d-d54a-4c17-8fb6-a5c909dbdc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19F872-11A0-4BFB-8717-7B55288D32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1BA7C1-D23C-4A13-82FD-BE75B99A05D4}">
  <ds:schemaRefs>
    <ds:schemaRef ds:uri="http://purl.org/dc/elements/1.1/"/>
    <ds:schemaRef ds:uri="f183ea51-c121-40a8-86ad-ca49513dbcb4"/>
    <ds:schemaRef ds:uri="http://purl.org/dc/dcmitype/"/>
    <ds:schemaRef ds:uri="http://schemas.microsoft.com/office/2006/documentManagement/types"/>
    <ds:schemaRef ds:uri="http://schemas.microsoft.com/office/2006/metadata/properties"/>
    <ds:schemaRef ds:uri="1c2bc14d-d54a-4c17-8fb6-a5c909dbdc6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286</Words>
  <Application>Microsoft Office PowerPoint</Application>
  <PresentationFormat>Panorámica</PresentationFormat>
  <Paragraphs>40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Tema de Office</vt:lpstr>
      <vt:lpstr>Uso de GitHub</vt:lpstr>
      <vt:lpstr>Presentación de PowerPoint</vt:lpstr>
      <vt:lpstr>Relación Git y GitHub</vt:lpstr>
      <vt:lpstr>Presentación de PowerPoint</vt:lpstr>
      <vt:lpstr>Pasos de uso</vt:lpstr>
      <vt:lpstr>Presentación de PowerPoint</vt:lpstr>
      <vt:lpstr>Presentación de PowerPoint</vt:lpstr>
      <vt:lpstr>Presentación de PowerPoint</vt:lpstr>
      <vt:lpstr>Presentación de PowerPoint</vt:lpstr>
      <vt:lpstr>Subir archivos desde la web Si no quieres usar comandos todavía: Abre tu repositorio Clic en Add file → Upload files Arrastra tu carpeta o archivos Clic en Commit changes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FRANKZ ALBERTO CARRERA CALDERÓN</dc:creator>
  <cp:lastModifiedBy>FRANKZ ALBERTO CARRERA CALDERÓN</cp:lastModifiedBy>
  <cp:revision>3</cp:revision>
  <dcterms:created xsi:type="dcterms:W3CDTF">2026-01-28T21:14:52Z</dcterms:created>
  <dcterms:modified xsi:type="dcterms:W3CDTF">2026-01-28T21:52:16Z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0x0101000FEA1DBF9206484D98AAEC54658686FB</vt:lpwstr>
  </property>
</Properties>
</file>